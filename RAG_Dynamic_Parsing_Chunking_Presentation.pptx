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29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47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7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0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1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04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1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4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34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445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9333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2222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78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67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84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6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37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1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36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3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84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68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763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4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79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0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RAG: Dynamic Parsing &amp; Dynamic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500">
                <a:solidFill>
                  <a:srgbClr val="2D3A48"/>
                </a:solidFill>
              </a:defRPr>
            </a:pPr>
            <a:r>
              <a:t>Smart Document Assistant</a:t>
            </a:r>
          </a:p>
          <a:p>
            <a:pPr>
              <a:spcAft>
                <a:spcPts val="1800"/>
              </a:spcAft>
              <a:defRPr sz="2500">
                <a:solidFill>
                  <a:srgbClr val="2D3A48"/>
                </a:solidFill>
              </a:defRPr>
            </a:pPr>
            <a:r>
              <a:t>Internship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Documents contain long text and mixed layouts.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Fixed-size chunks may split related information.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Relevant passages must be retrieved before a grounded answer can be produced.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Upload PDF, DOCX, and TXT files.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Extract readable text and split it into chunks.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Retrieve passages relevant to a user's question.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Show source information so results can be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Ingest → Parse → Chunk → Index → Retrieve → Generate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Current prototype implements ingestion, parsing, chunking, TF-IDF indexing, and retrieval.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Current output is relevant passages; no LLM-generated answer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Dynamic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PDF: extract text page by page.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DOCX: extract paragraphs.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TXT: read plain text.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Limitations: scanned PDF OCR and complex table/layout handling are not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Dynamic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Split extracted text into smaller passages.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Starter uses sentence-aware, word-limit-based chunks with overlap.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Overlap helps preserve context at chunk boundaries.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Future: choose boundaries using headings, paragraphs, tables, and document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Retrieval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Represent chunks and query using TF-IDF.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Calculate cosine similarity between query and each chunk.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Rank chunks and show the closest matching passages.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This is lexical retrieval; embeddings could improve semantic matching.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Demo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Open http://localhost:8501 while Streamlit is running.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Upload a PDF, DOCX, or TXT file.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Wait for document processing.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Ask: What is RAG? or What is Dynamic Chunking?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Review relevant passages and source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Observed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Uploaded RAG.pdf successfully.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The app displayed 5 content blocks and 11 chunks.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Relevant answer passages appeared after asking a question.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More tests are needed across document types and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No hosted LLM or generated natural-language answer.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Scanned PDF OCR is not included.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TF-IDF can miss semantically related wording.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Future: embeddings, vector database, LLM generation, evaluation, OCR.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365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Prototype demonstrates ingestion, parsing, chunking, and retrieval.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Retrieved passages provide evidence for the user to review.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Explain current capabilities and limitations accurately.</a:t>
            </a:r>
          </a:p>
          <a:p>
            <a:pPr>
              <a:spcAft>
                <a:spcPts val="1800"/>
              </a:spcAft>
              <a:defRPr sz="2300">
                <a:solidFill>
                  <a:srgbClr val="2D3A48"/>
                </a:solidFill>
              </a:defRPr>
            </a:pPr>
            <a: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</TotalTime>
  <Words>431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Latchiya sri</cp:lastModifiedBy>
  <cp:revision>2</cp:revision>
  <dcterms:created xsi:type="dcterms:W3CDTF">2013-01-27T09:14:16Z</dcterms:created>
  <dcterms:modified xsi:type="dcterms:W3CDTF">2026-10-14T10:52:10Z</dcterms:modified>
  <cp:category/>
</cp:coreProperties>
</file>